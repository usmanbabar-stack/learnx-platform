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61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Companions and the Risks of Artificial Emotional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Tech Management Assignment 1</a:t>
            </a:r>
          </a:p>
          <a:p>
            <a:r>
              <a:rPr dirty="0"/>
              <a:t>M. Basim Kafeel</a:t>
            </a:r>
            <a:r>
              <a:rPr lang="en-US" dirty="0"/>
              <a:t> </a:t>
            </a:r>
            <a:r>
              <a:rPr dirty="0"/>
              <a:t>22i-0775</a:t>
            </a:r>
            <a:endParaRPr lang="en-US" dirty="0"/>
          </a:p>
          <a:p>
            <a:r>
              <a:rPr lang="en-US" dirty="0"/>
              <a:t>Muhammad Ibrahim 22i-1157</a:t>
            </a:r>
          </a:p>
          <a:p>
            <a:r>
              <a:rPr lang="en-US" dirty="0"/>
              <a:t>Talha Khurram 22i-0790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Introduction: AI in Everyday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Artificial intelligence is increasingly integrated into daily life</a:t>
            </a:r>
          </a:p>
          <a:p>
            <a:r>
              <a:t>Chatbots simulate human conversation</a:t>
            </a:r>
          </a:p>
          <a:p>
            <a:r>
              <a:t>Some AI systems act as companions</a:t>
            </a:r>
          </a:p>
          <a:p>
            <a:r>
              <a:t>Example: Replika, an AI friend users can talk to anytime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Replika?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Created by Luka, Inc.</a:t>
            </a:r>
          </a:p>
          <a:p>
            <a:r>
              <a:t>Users create a personalized avatar</a:t>
            </a:r>
          </a:p>
          <a:p>
            <a:r>
              <a:t>Interact through text conversations</a:t>
            </a:r>
          </a:p>
          <a:p>
            <a:r>
              <a:t>AI learns from user interactions</a:t>
            </a:r>
          </a:p>
          <a:p>
            <a:r>
              <a:t>Goal: reduce loneliness and provide emotional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AI Companions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using large language models (LLMs)</a:t>
            </a:r>
          </a:p>
          <a:p>
            <a:r>
              <a:t>Use machine learning to generate responses</a:t>
            </a:r>
          </a:p>
          <a:p>
            <a:r>
              <a:t>Analyze patterns from massive text datasets</a:t>
            </a:r>
          </a:p>
          <a:p>
            <a:r>
              <a:t>Produce human-like replies</a:t>
            </a:r>
          </a:p>
          <a:p>
            <a:r>
              <a:t>But they do not truly understand emotions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Illusion of Emotional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companions appear empathetic</a:t>
            </a:r>
          </a:p>
          <a:p>
            <a:r>
              <a:t>They do not possess real empathy</a:t>
            </a:r>
          </a:p>
          <a:p>
            <a:r>
              <a:t>Cannot understand ethical consequences</a:t>
            </a:r>
          </a:p>
          <a:p>
            <a:r>
              <a:t>They replicate patterns of supportive language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Joe Ceccanti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 from Oregon</a:t>
            </a:r>
          </a:p>
          <a:p>
            <a:r>
              <a:t>Spent long hours talking to a chatbot</a:t>
            </a:r>
          </a:p>
          <a:p>
            <a:r>
              <a:t>Used AI as a primary confidant</a:t>
            </a:r>
          </a:p>
          <a:p>
            <a:r>
              <a:t>Family reported erratic behavior</a:t>
            </a:r>
          </a:p>
          <a:p>
            <a:r>
              <a:t>Highlights risk of relying on AI instead of real help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Sewell Setzer III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14-year-old using Character.AI</a:t>
            </a:r>
          </a:p>
          <a:p>
            <a:r>
              <a:t>Chatbot modeled after Daenerys Targaryen</a:t>
            </a:r>
          </a:p>
          <a:p>
            <a:r>
              <a:t>Emotional and romantic role-play</a:t>
            </a:r>
          </a:p>
          <a:p>
            <a:r>
              <a:t>Developed strong attachment to AI character</a:t>
            </a:r>
          </a:p>
          <a:p>
            <a:r>
              <a:t>Raises concerns about vulnerable users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Risks of AI Companions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May reinforce harmful beliefs</a:t>
            </a:r>
          </a:p>
          <a:p>
            <a:r>
              <a:t>Encourage emotional dependency</a:t>
            </a:r>
          </a:p>
          <a:p>
            <a:r>
              <a:t>Fail to detect mental health crises</a:t>
            </a:r>
          </a:p>
          <a:p>
            <a:r>
              <a:t>Cannot provide professional judgment like therapists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companions are a major technological innovation</a:t>
            </a:r>
          </a:p>
          <a:p>
            <a:r>
              <a:t>They simulate emotional intelligence but do not truly understand emotions</a:t>
            </a:r>
          </a:p>
          <a:p>
            <a:r>
              <a:t>Emotional dependence on AI can be dangerous</a:t>
            </a:r>
          </a:p>
          <a:p>
            <a:r>
              <a:t>AI should support humans, not replace real relationships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274</Words>
  <Application>Microsoft Office PowerPoint</Application>
  <PresentationFormat>On-screen Show (4:3)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AI Companions and the Risks of Artificial Emotional Intelligence</vt:lpstr>
      <vt:lpstr>Introduction: AI in Everyday Life</vt:lpstr>
      <vt:lpstr>What is Replika?</vt:lpstr>
      <vt:lpstr>How AI Companions Work</vt:lpstr>
      <vt:lpstr>Illusion of Emotional Intelligence</vt:lpstr>
      <vt:lpstr>Case Study: Joe Ceccanti</vt:lpstr>
      <vt:lpstr>Case Study: Sewell Setzer III</vt:lpstr>
      <vt:lpstr>Major Risks of AI Companions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Basim Kafeel</cp:lastModifiedBy>
  <cp:revision>3</cp:revision>
  <dcterms:created xsi:type="dcterms:W3CDTF">2013-01-27T09:14:16Z</dcterms:created>
  <dcterms:modified xsi:type="dcterms:W3CDTF">2026-03-08T09:10:38Z</dcterms:modified>
  <cp:category/>
</cp:coreProperties>
</file>